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8124"/>
    <p:restoredTop sz="94105"/>
  </p:normalViewPr>
  <p:slideViewPr>
    <p:cSldViewPr snapToGrid="0">
      <p:cViewPr>
        <p:scale>
          <a:sx n="100" d="100"/>
          <a:sy n="100" d="100"/>
        </p:scale>
        <p:origin x="840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A6226-AAD0-B84A-054F-A0602F7D2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A04AEC-7634-AC24-45F9-E37BBB5F56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9018D3-F03D-7BDD-C212-D15B9720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223EEC-B8F3-A9DB-CA34-F2437EA6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A5D27-B44F-7F55-EA21-D883C27E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851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D5BE7-C1A7-5D8B-E2B7-198C3990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DFADDE-EC32-680D-3046-F3A55A1BA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16098A-9517-6E41-A74E-968A3678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756453-DEC1-C028-72CC-7D34B3835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A598AB-CA5C-D3BD-0AFC-119C2897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508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45891-DE85-0478-2122-63A1AC53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2E2265-BCF0-CFE5-6920-20B4BBA97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135C7-87F6-A560-6049-10101BB9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587379-E25E-7FD8-02FB-A6A34C99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0E3660-8D22-A23E-F9F1-EF396B83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338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634FB-F73D-5555-4867-2A72E526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70979A-E450-7EB5-3BB8-7DB544598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99DDD0-878E-830F-F639-5C087C0A5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19BED4-7F53-2986-097E-019AB18C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9B8BC7-ACFF-EF3D-F978-F82932D8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8ED02F-EEFD-8CC3-9DCB-8F8D928E0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79545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882B9-EBC5-507D-F316-B13944B7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3514D8-14FF-789B-BFA6-89DB5E81A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D73882-B9DA-63CF-2116-FC86AC6F6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BA3B5A-2438-F18A-B262-8154D2EA5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034A47-9CCA-2E81-736E-37280C6203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2D4704-646D-6E35-59F3-15B8518A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C05526E-C045-5FF7-138F-88FC922A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66E914-39E2-D240-B432-BC7CD65E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0115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ED962-945B-AC27-97B1-3C7124AC5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A5F1E6-93B0-AFBF-2CDC-212E06934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FD820-2343-065E-4F4F-6E45CDED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66A3E8-3D77-A09F-6442-276E06982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0010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C7ABE8B-D8B9-0D94-33B0-0495DB567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957D73-CDD7-D27F-B3C2-B462FD03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9FD655-485A-5C98-C29D-BFE7CA8F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001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1EF62-E64D-1870-BD87-012D7B4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436D3-FFA6-5DF6-DA1A-E5C5CB2AC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8A0619-B7E9-25F2-3230-6BC7CD0F6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C73859-20CC-1E15-82A6-C747EBF6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31E499-DF50-128A-7F05-9D205AB0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278089-5944-E8DC-6093-2AB8D2FF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550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D5809-2196-29F0-4973-A0B95E8FD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A1F105-6466-0854-0A46-14F66A8CF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11B461-6FE7-2E16-A236-2E175D74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393E39-8E0B-6C1A-CE8C-F70221810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C24256-FA3D-7F88-21C0-46881AA5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929881-83B3-F4E7-C95F-0A5FF33C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3496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E572EB-3BD2-1796-B93D-41E733F5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41B2D4-8AD7-10C5-3D2A-1AE8F18CA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29BA1-7775-EE83-A260-A9C8E9A7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C61850-DEF6-2B63-EC0D-1CD4F706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BCC07A-803C-7802-9DF2-B00D735C4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550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BE768E-F812-5512-C2BD-C47A04C67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C499B-CC1F-5B35-A9BC-5CAEDABA6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EF2546-CBB0-D04D-C2E2-E5F535A15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C398E9-1B67-1A07-1C6F-8C843DB07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0221FD-A6B0-CECA-8BC0-A9F319D8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9455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B4FEE4-12F6-A8F3-968B-D0FB8511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D35DA9-0BC1-A1DE-E504-545D28B02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23B322-8E73-18D5-FA75-EEA16D772D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4BA0C-CCC8-1347-AF8A-4CFF0341293E}" type="datetimeFigureOut">
              <a:rPr kumimoji="1" lang="ko-KR" altLang="en-US" smtClean="0"/>
              <a:t>2026. 7. 31.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47F259-6B66-6E2A-6316-0F9CDC25F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7F2920-839E-B900-8707-FB5C07189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3D4AA6-96F5-C14D-A046-396915FB55C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7768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041EC5B-A874-89C4-6CE6-E1A3D796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801" y="0"/>
            <a:ext cx="7742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4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F291A7C9-B3D4-2C0C-A71D-CE2763E6D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878870"/>
              </p:ext>
            </p:extLst>
          </p:nvPr>
        </p:nvGraphicFramePr>
        <p:xfrm>
          <a:off x="1611804" y="1799740"/>
          <a:ext cx="8968392" cy="3258520"/>
        </p:xfrm>
        <a:graphic>
          <a:graphicData uri="http://schemas.openxmlformats.org/drawingml/2006/table">
            <a:tbl>
              <a:tblPr/>
              <a:tblGrid>
                <a:gridCol w="1121049">
                  <a:extLst>
                    <a:ext uri="{9D8B030D-6E8A-4147-A177-3AD203B41FA5}">
                      <a16:colId xmlns:a16="http://schemas.microsoft.com/office/drawing/2014/main" val="43286036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3674822648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2672244905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3931100909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4001882031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2990815908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435250934"/>
                    </a:ext>
                  </a:extLst>
                </a:gridCol>
                <a:gridCol w="1121049">
                  <a:extLst>
                    <a:ext uri="{9D8B030D-6E8A-4147-A177-3AD203B41FA5}">
                      <a16:colId xmlns:a16="http://schemas.microsoft.com/office/drawing/2014/main" val="3588511909"/>
                    </a:ext>
                  </a:extLst>
                </a:gridCol>
              </a:tblGrid>
              <a:tr h="519116"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model</a:t>
                      </a:r>
                      <a:endParaRPr lang="ko-KR" altLang="en-US" b="0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" b="0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" b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" b="0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" b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" b="0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Train(s)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Inference(s)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81182"/>
                  </a:ext>
                </a:extLst>
              </a:tr>
              <a:tr h="519116">
                <a:tc>
                  <a:txBody>
                    <a:bodyPr/>
                    <a:lstStyle/>
                    <a:p>
                      <a:pPr algn="l" fontAlgn="t"/>
                      <a:r>
                        <a:rPr lang="en" b="0" dirty="0" err="1">
                          <a:effectLst/>
                        </a:rPr>
                        <a:t>mogp</a:t>
                      </a:r>
                      <a:endParaRPr lang="en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921.3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b="0" dirty="0">
                          <a:effectLst/>
                        </a:rPr>
                        <a:t>9.1</a:t>
                      </a:r>
                      <a:endParaRPr lang="ko-KR" altLang="en-US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3287926"/>
                  </a:ext>
                </a:extLst>
              </a:tr>
              <a:tr h="519116">
                <a:tc>
                  <a:txBody>
                    <a:bodyPr/>
                    <a:lstStyle/>
                    <a:p>
                      <a:pPr algn="l" fontAlgn="t"/>
                      <a:r>
                        <a:rPr lang="en">
                          <a:effectLst/>
                        </a:rPr>
                        <a:t>llke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ko-KR" altLang="en-US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74.6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15.3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479837"/>
                  </a:ext>
                </a:extLst>
              </a:tr>
              <a:tr h="519116">
                <a:tc>
                  <a:txBody>
                    <a:bodyPr/>
                    <a:lstStyle/>
                    <a:p>
                      <a:pPr algn="l" fontAlgn="t"/>
                      <a:r>
                        <a:rPr lang="en">
                          <a:effectLst/>
                        </a:rPr>
                        <a:t>bspline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0.5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0.2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320814"/>
                  </a:ext>
                </a:extLst>
              </a:tr>
              <a:tr h="519116">
                <a:tc>
                  <a:txBody>
                    <a:bodyPr/>
                    <a:lstStyle/>
                    <a:p>
                      <a:pPr algn="l" fontAlgn="t"/>
                      <a:r>
                        <a:rPr lang="en">
                          <a:effectLst/>
                        </a:rPr>
                        <a:t>lr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0.006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0.004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81956"/>
                  </a:ext>
                </a:extLst>
              </a:tr>
              <a:tr h="519116">
                <a:tc>
                  <a:txBody>
                    <a:bodyPr/>
                    <a:lstStyle/>
                    <a:p>
                      <a:pPr algn="l" fontAlgn="t"/>
                      <a:r>
                        <a:rPr lang="en" dirty="0" err="1">
                          <a:effectLst/>
                        </a:rPr>
                        <a:t>cabn</a:t>
                      </a:r>
                      <a:endParaRPr lang="en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altLang="ko-KR" dirty="0">
                        <a:effectLst/>
                      </a:endParaRP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0.1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ko-KR" dirty="0">
                          <a:effectLst/>
                        </a:rPr>
                        <a:t>0.004</a:t>
                      </a:r>
                    </a:p>
                  </a:txBody>
                  <a:tcPr marL="57150" marR="57150" marT="57150" marB="571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FC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4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103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24</Words>
  <Application>Microsoft Macintosh PowerPoint</Application>
  <PresentationFormat>와이드스크린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jjoring72@gmail.com</dc:creator>
  <cp:lastModifiedBy>jjoring72@gmail.com</cp:lastModifiedBy>
  <cp:revision>1</cp:revision>
  <dcterms:created xsi:type="dcterms:W3CDTF">2026-07-31T12:00:10Z</dcterms:created>
  <dcterms:modified xsi:type="dcterms:W3CDTF">2026-07-31T16:02:00Z</dcterms:modified>
</cp:coreProperties>
</file>